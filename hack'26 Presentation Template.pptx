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b308cd0a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b308cd0a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b308cd0a9_8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b308cd0a9_8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b308cd0a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b308cd0a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b308cd0a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b308cd0a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b308cd0a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b308cd0a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308cd0a9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308cd0a9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b308cd0a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b308cd0a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b308cd0a9_8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b308cd0a9_8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b308cd0a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b308cd0a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308cd0a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308cd0a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b308cd0a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b308cd0a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IRST SLI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8425" y="0"/>
            <a:ext cx="9292426" cy="52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381275" y="382925"/>
            <a:ext cx="320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Project Title: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381275" y="1339000"/>
            <a:ext cx="320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Team name</a:t>
            </a:r>
            <a:r>
              <a:rPr b="1" lang="en" sz="2200">
                <a:solidFill>
                  <a:schemeClr val="dk1"/>
                </a:solidFill>
              </a:rPr>
              <a:t>: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430800" y="2786725"/>
            <a:ext cx="320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Team members:</a:t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381275" y="382925"/>
            <a:ext cx="320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Problem statement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381275" y="1070470"/>
            <a:ext cx="7364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Explain the problem your project solves in a single, declarative sentence — avoid long paragraphs.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Who faces this problem, and how significant/widespread is it?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What happens today without a solution (current gaps or workarounds)?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381275" y="382925"/>
            <a:ext cx="320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Solution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381275" y="759370"/>
            <a:ext cx="7364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Define your project's value proposition in one line.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Explain how your product solves the problem stated above.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Provide key use cases.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Mention the development roadmap if applicable.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381275" y="382925"/>
            <a:ext cx="571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Structural breakdown (with demonstration)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381275" y="1101600"/>
            <a:ext cx="7811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Explain the architecture/workflow of your project (frontend, backend, database, APIs, hardware — whatever applies).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Walk through how a user interacts with the product step-by-step.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Include a live demo or screen recording/screenshots showing the product in action.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373325" y="1037000"/>
            <a:ext cx="8233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List the tech stack: languages, frameworks, libraries, APIs, hardware components.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Briefly justify why each major technology was chosen (performance, cost, ease of integration, etc.)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/>
        </p:nvSpPr>
        <p:spPr>
          <a:xfrm>
            <a:off x="445900" y="5753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Technologies used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/>
        </p:nvSpPr>
        <p:spPr>
          <a:xfrm>
            <a:off x="381275" y="382925"/>
            <a:ext cx="571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Scalability and feasibility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91" name="Google Shape;91;p19"/>
          <p:cNvSpPr txBox="1"/>
          <p:nvPr/>
        </p:nvSpPr>
        <p:spPr>
          <a:xfrm>
            <a:off x="381275" y="1039345"/>
            <a:ext cx="7364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How will the solution scale with more users/data/regions?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What technical or operational challenges exist at scale, and how will you address them?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Is the solution feasible to build and maintain with current resources/timeline?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/>
        </p:nvSpPr>
        <p:spPr>
          <a:xfrm>
            <a:off x="381275" y="382925"/>
            <a:ext cx="571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Marketing real world USP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97" name="Google Shape;97;p20"/>
          <p:cNvSpPr txBox="1"/>
          <p:nvPr/>
        </p:nvSpPr>
        <p:spPr>
          <a:xfrm>
            <a:off x="381275" y="1094250"/>
            <a:ext cx="7331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What is your Unique Selling Proposition — what makes you different from existing solutions?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Who is your target market/customer segment?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What's your go-to-market or marketing strategy (channels, partnerships, campaigns)?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/>
        </p:nvSpPr>
        <p:spPr>
          <a:xfrm>
            <a:off x="381275" y="382925"/>
            <a:ext cx="571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Unit economics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03" name="Google Shape;103;p21"/>
          <p:cNvSpPr txBox="1"/>
          <p:nvPr/>
        </p:nvSpPr>
        <p:spPr>
          <a:xfrm>
            <a:off x="381275" y="1008245"/>
            <a:ext cx="7364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Cost breakdown: how much does it cost to acquire/serve one customer/unit?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Revenue per unit/customer, and expected margins.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Break-even point and what returns in value (ROI).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SWOT Analysis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/>
        </p:nvSpPr>
        <p:spPr>
          <a:xfrm>
            <a:off x="381275" y="382925"/>
            <a:ext cx="571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Future plans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09" name="Google Shape;109;p22"/>
          <p:cNvSpPr txBox="1"/>
          <p:nvPr/>
        </p:nvSpPr>
        <p:spPr>
          <a:xfrm>
            <a:off x="381275" y="1091220"/>
            <a:ext cx="736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What features/expansions are planned next?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Long-term vision for the product (6 months, 1 year, beyond).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Any innovation or pivot ideas based on hackathon learnings.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3" title="Last Sli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